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0668" y="550416"/>
            <a:ext cx="8825658" cy="599796"/>
          </a:xfrm>
        </p:spPr>
        <p:txBody>
          <a:bodyPr/>
          <a:lstStyle/>
          <a:p>
            <a:r>
              <a:rPr lang="ru-RU" sz="3600" dirty="0"/>
              <a:t>Проект на языке </a:t>
            </a:r>
            <a:r>
              <a:rPr lang="en-US" sz="3600" dirty="0"/>
              <a:t>python – </a:t>
            </a:r>
            <a:r>
              <a:rPr lang="ru-RU" sz="3600" dirty="0" smtClean="0"/>
              <a:t>Игра</a:t>
            </a:r>
            <a:r>
              <a:rPr lang="en-US" sz="3600" dirty="0" smtClean="0"/>
              <a:t> “2048”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4" y="5549737"/>
            <a:ext cx="10705613" cy="861420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Выполняли ученики</a:t>
            </a:r>
            <a:r>
              <a:rPr lang="en-US" sz="1800" dirty="0" smtClean="0"/>
              <a:t>:</a:t>
            </a:r>
            <a:r>
              <a:rPr lang="ru-RU" sz="1800" dirty="0" smtClean="0"/>
              <a:t> Максим Правлоцкий, Светличный </a:t>
            </a:r>
            <a:r>
              <a:rPr lang="ru-RU" sz="1800" dirty="0" err="1" smtClean="0"/>
              <a:t>андрей</a:t>
            </a:r>
            <a:r>
              <a:rPr lang="ru-RU" sz="1800" dirty="0" smtClean="0"/>
              <a:t>, Арина </a:t>
            </a:r>
            <a:r>
              <a:rPr lang="ru-RU" sz="1800" dirty="0" smtClean="0"/>
              <a:t>КОРОЛЕВА</a:t>
            </a:r>
            <a:endParaRPr lang="ru-RU" sz="1800" dirty="0"/>
          </a:p>
          <a:p>
            <a:r>
              <a:rPr lang="ru-RU" sz="1800" dirty="0"/>
              <a:t>Руководитель проекта</a:t>
            </a:r>
            <a:r>
              <a:rPr lang="en-US" sz="1800" dirty="0"/>
              <a:t>: </a:t>
            </a:r>
            <a:r>
              <a:rPr lang="ru-RU" sz="1800" dirty="0"/>
              <a:t>королева </a:t>
            </a:r>
            <a:r>
              <a:rPr lang="ru-RU" sz="1800" dirty="0" err="1"/>
              <a:t>наталья</a:t>
            </a:r>
            <a:r>
              <a:rPr lang="ru-RU" sz="1800" dirty="0"/>
              <a:t> </a:t>
            </a:r>
            <a:r>
              <a:rPr lang="ru-RU" sz="1800" dirty="0" err="1"/>
              <a:t>александровна</a:t>
            </a:r>
            <a:endParaRPr lang="ru-RU" sz="1800" dirty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103" y="1402673"/>
            <a:ext cx="7877286" cy="38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79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54633" y="527461"/>
            <a:ext cx="2922712" cy="994342"/>
          </a:xfrm>
        </p:spPr>
        <p:txBody>
          <a:bodyPr/>
          <a:lstStyle/>
          <a:p>
            <a:r>
              <a:rPr lang="ru-RU" sz="3600" dirty="0"/>
              <a:t>Введение</a:t>
            </a:r>
            <a:r>
              <a:rPr lang="en-US" sz="3600" dirty="0"/>
              <a:t>: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1447060"/>
            <a:ext cx="8946541" cy="1136342"/>
          </a:xfrm>
        </p:spPr>
        <p:txBody>
          <a:bodyPr>
            <a:normAutofit/>
          </a:bodyPr>
          <a:lstStyle/>
          <a:p>
            <a:r>
              <a:rPr lang="ru-RU" sz="1800" dirty="0" smtClean="0"/>
              <a:t>Что мы сделали? Игру по типу известной аркады 2048.</a:t>
            </a:r>
          </a:p>
          <a:p>
            <a:r>
              <a:rPr lang="ru-RU" sz="1800" dirty="0" smtClean="0"/>
              <a:t>В чем смысл нашего проекта? Научиться пользоваться библиотекой </a:t>
            </a:r>
            <a:r>
              <a:rPr lang="en-US" sz="1800" dirty="0" smtClean="0"/>
              <a:t>arcade </a:t>
            </a:r>
            <a:r>
              <a:rPr lang="ru-RU" sz="1800" dirty="0" smtClean="0"/>
              <a:t>и создать первую игру.</a:t>
            </a: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222831" y="2508660"/>
            <a:ext cx="3030225" cy="9943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 smtClean="0"/>
              <a:t>Наши роли</a:t>
            </a:r>
            <a:r>
              <a:rPr lang="en-US" sz="3600" dirty="0" smtClean="0"/>
              <a:t>:</a:t>
            </a:r>
            <a:endParaRPr lang="ru-RU" sz="36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1103312" y="3428259"/>
            <a:ext cx="7587927" cy="2723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sz="1800" dirty="0" smtClean="0"/>
              <a:t>Мы трое все вместе усердно разрабатывали код, постоянно общаясь.</a:t>
            </a:r>
          </a:p>
          <a:p>
            <a:r>
              <a:rPr lang="ru-RU" sz="1800" dirty="0"/>
              <a:t>Андрей был </a:t>
            </a:r>
            <a:r>
              <a:rPr lang="ru-RU" sz="1800" dirty="0" smtClean="0"/>
              <a:t>основным разработчиком, </a:t>
            </a:r>
            <a:r>
              <a:rPr lang="ru-RU" sz="1800" dirty="0"/>
              <a:t>прописывал логику. </a:t>
            </a:r>
            <a:r>
              <a:rPr lang="ru-RU" sz="1800" dirty="0" smtClean="0"/>
              <a:t>Я (Максим) </a:t>
            </a:r>
            <a:r>
              <a:rPr lang="ru-RU" sz="1800" dirty="0"/>
              <a:t>помогал в создании </a:t>
            </a:r>
            <a:r>
              <a:rPr lang="ru-RU" sz="1800" dirty="0" smtClean="0"/>
              <a:t>логики (</a:t>
            </a:r>
            <a:r>
              <a:rPr lang="ru-RU" sz="1800" dirty="0"/>
              <a:t>как лучше и где сделать, чтобы оно лучше работало</a:t>
            </a:r>
            <a:r>
              <a:rPr lang="ru-RU" sz="1800" dirty="0" smtClean="0"/>
              <a:t>). </a:t>
            </a:r>
            <a:r>
              <a:rPr lang="ru-RU" sz="1800" dirty="0"/>
              <a:t>Арина создавала анимацию </a:t>
            </a:r>
            <a:r>
              <a:rPr lang="ru-RU" sz="1800" dirty="0" smtClean="0"/>
              <a:t>и тоже помогала с созданием кода.</a:t>
            </a:r>
            <a:endParaRPr lang="ru-RU" sz="1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159" y="2583402"/>
            <a:ext cx="2636831" cy="263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04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6865" y="426085"/>
            <a:ext cx="2443318" cy="1400530"/>
          </a:xfrm>
        </p:spPr>
        <p:txBody>
          <a:bodyPr/>
          <a:lstStyle/>
          <a:p>
            <a:r>
              <a:rPr lang="ru-RU" sz="3600" dirty="0" smtClean="0"/>
              <a:t>Правила</a:t>
            </a:r>
            <a:r>
              <a:rPr lang="en-US" sz="3600" dirty="0" smtClean="0"/>
              <a:t>: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5254" y="1289439"/>
            <a:ext cx="8946541" cy="2714390"/>
          </a:xfrm>
        </p:spPr>
        <p:txBody>
          <a:bodyPr>
            <a:normAutofit/>
          </a:bodyPr>
          <a:lstStyle/>
          <a:p>
            <a:r>
              <a:rPr lang="ru-RU" sz="1800" dirty="0" smtClean="0"/>
              <a:t>1</a:t>
            </a:r>
            <a:r>
              <a:rPr lang="ru-RU" sz="1800" dirty="0" smtClean="0"/>
              <a:t>) В игре есть </a:t>
            </a:r>
            <a:r>
              <a:rPr lang="ru-RU" sz="1800" dirty="0" smtClean="0"/>
              <a:t>поля на выбор и </a:t>
            </a:r>
            <a:r>
              <a:rPr lang="ru-RU" sz="1800" dirty="0" smtClean="0"/>
              <a:t>плитки. Цель – двигая плашки стрелками на клавиатуре соединить плитки в одну большую с номером 2048.</a:t>
            </a:r>
          </a:p>
          <a:p>
            <a:r>
              <a:rPr lang="ru-RU" sz="1800" dirty="0"/>
              <a:t>2</a:t>
            </a:r>
            <a:r>
              <a:rPr lang="ru-RU" sz="1800" dirty="0" smtClean="0"/>
              <a:t>) Каждая плитка имеет свой цвет и номер. Одинаковые плитки соединяются в одну с большим номиналом.</a:t>
            </a:r>
          </a:p>
          <a:p>
            <a:r>
              <a:rPr lang="ru-RU" sz="1800" dirty="0"/>
              <a:t>3</a:t>
            </a:r>
            <a:r>
              <a:rPr lang="ru-RU" sz="1800" dirty="0" smtClean="0"/>
              <a:t>) Изначально на поле находится всего 2 плитки. При каждом нажатии на стрелочки появляется одна дополнительная плашка. С шансом 75</a:t>
            </a:r>
            <a:r>
              <a:rPr lang="en-US" sz="1800" dirty="0" smtClean="0"/>
              <a:t>%</a:t>
            </a:r>
            <a:r>
              <a:rPr lang="ru-RU" sz="1800" dirty="0" smtClean="0"/>
              <a:t> - это плитка с номером 2, с шансом </a:t>
            </a:r>
            <a:r>
              <a:rPr lang="en-US" sz="1800" dirty="0" smtClean="0"/>
              <a:t>25% -</a:t>
            </a:r>
            <a:r>
              <a:rPr lang="ru-RU" sz="1800" dirty="0" smtClean="0"/>
              <a:t>с номером 4.</a:t>
            </a:r>
          </a:p>
          <a:p>
            <a:r>
              <a:rPr lang="ru-RU" sz="1800" dirty="0" smtClean="0"/>
              <a:t>4) Если все клетки в поле заполнены – вы проиграли.</a:t>
            </a:r>
            <a:endParaRPr lang="ru-RU" sz="1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746" y="4092607"/>
            <a:ext cx="4886493" cy="25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07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4042" y="382088"/>
            <a:ext cx="5230249" cy="1400530"/>
          </a:xfrm>
        </p:spPr>
        <p:txBody>
          <a:bodyPr/>
          <a:lstStyle/>
          <a:p>
            <a:r>
              <a:rPr lang="ru-RU" sz="3600" dirty="0" smtClean="0"/>
              <a:t>Техническое задание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27394" y="1097019"/>
            <a:ext cx="7932519" cy="3104708"/>
          </a:xfrm>
        </p:spPr>
        <p:txBody>
          <a:bodyPr>
            <a:normAutofit fontScale="92500" lnSpcReduction="10000"/>
          </a:bodyPr>
          <a:lstStyle/>
          <a:p>
            <a:r>
              <a:rPr lang="ru-RU" sz="1800" dirty="0" smtClean="0"/>
              <a:t>Приложение выводит главное меню и дает возможность выбора размера поля.</a:t>
            </a:r>
          </a:p>
          <a:p>
            <a:r>
              <a:rPr lang="ru-RU" sz="1800" dirty="0" smtClean="0"/>
              <a:t>Программа </a:t>
            </a:r>
            <a:r>
              <a:rPr lang="ru-RU" sz="1800" dirty="0" smtClean="0"/>
              <a:t>отображает окно с игрой, и снизу видны два показателя – счет и лучший результат.</a:t>
            </a:r>
          </a:p>
          <a:p>
            <a:r>
              <a:rPr lang="ru-RU" sz="1800" dirty="0" smtClean="0"/>
              <a:t>Плашки на поле реагируют на движения стрелок, перемещаясь по нажатию вверх или вниз.</a:t>
            </a:r>
          </a:p>
          <a:p>
            <a:r>
              <a:rPr lang="ru-RU" sz="1800" dirty="0" smtClean="0"/>
              <a:t>Присутствует анимация соединения плашек, а так же каждая плашка имеет свой отдельный цвет.</a:t>
            </a:r>
          </a:p>
          <a:p>
            <a:r>
              <a:rPr lang="ru-RU" sz="1800" dirty="0" smtClean="0"/>
              <a:t>В случае проигрыша или выигрыша на экран выводится соответствующая надпись.</a:t>
            </a:r>
          </a:p>
          <a:p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3423747" y="3986074"/>
            <a:ext cx="2939811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 smtClean="0"/>
              <a:t>Структура</a:t>
            </a:r>
            <a:r>
              <a:rPr lang="en-US" sz="3600" dirty="0" smtClean="0"/>
              <a:t>:</a:t>
            </a:r>
            <a:endParaRPr lang="ru-RU" sz="3600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927396" y="4794165"/>
            <a:ext cx="6068208" cy="161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ru-RU" sz="1800" dirty="0" smtClean="0"/>
              <a:t>В коде у нас несколько классов</a:t>
            </a:r>
            <a:r>
              <a:rPr lang="en-US" sz="1800" dirty="0" smtClean="0"/>
              <a:t>: Game2048(</a:t>
            </a:r>
            <a:r>
              <a:rPr lang="ru-RU" sz="1800" dirty="0" smtClean="0"/>
              <a:t>отвечает за сам </a:t>
            </a:r>
            <a:r>
              <a:rPr lang="ru-RU" sz="1800" dirty="0" err="1" smtClean="0"/>
              <a:t>геймплей</a:t>
            </a:r>
            <a:r>
              <a:rPr lang="ru-RU" sz="1800" dirty="0" smtClean="0"/>
              <a:t>), </a:t>
            </a:r>
            <a:r>
              <a:rPr lang="en-US" sz="1800" dirty="0" err="1" smtClean="0"/>
              <a:t>MainView</a:t>
            </a:r>
            <a:r>
              <a:rPr lang="en-US" sz="1800" dirty="0" smtClean="0"/>
              <a:t>(</a:t>
            </a:r>
            <a:r>
              <a:rPr lang="ru-RU" sz="1800" dirty="0" smtClean="0"/>
              <a:t>отвечает за главное меню, </a:t>
            </a:r>
            <a:r>
              <a:rPr lang="en-US" sz="1800" dirty="0" smtClean="0"/>
              <a:t>Rules(</a:t>
            </a:r>
            <a:r>
              <a:rPr lang="ru-RU" sz="1800" dirty="0" smtClean="0"/>
              <a:t>окно с правилами) и </a:t>
            </a:r>
            <a:r>
              <a:rPr lang="en-US" sz="1800" dirty="0" err="1" smtClean="0"/>
              <a:t>Chanse</a:t>
            </a:r>
            <a:r>
              <a:rPr lang="en-US" sz="1800" dirty="0" smtClean="0"/>
              <a:t>(</a:t>
            </a:r>
            <a:r>
              <a:rPr lang="ru-RU" sz="1800" dirty="0" smtClean="0"/>
              <a:t>окно с шансами)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408" y="3095829"/>
            <a:ext cx="3172208" cy="318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30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4889" y="580295"/>
            <a:ext cx="6908786" cy="1400530"/>
          </a:xfrm>
        </p:spPr>
        <p:txBody>
          <a:bodyPr/>
          <a:lstStyle/>
          <a:p>
            <a:r>
              <a:rPr lang="ru-RU" sz="3600" dirty="0" smtClean="0"/>
              <a:t>Алгоритм программы</a:t>
            </a:r>
            <a:r>
              <a:rPr lang="en-US" sz="3600" dirty="0" smtClean="0"/>
              <a:t>: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23161" y="1280560"/>
            <a:ext cx="6242960" cy="3548892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Приложение выводит главное меню с окнами правил и шансов, а так же возможностью выбора размера игрового поля</a:t>
            </a:r>
            <a:endParaRPr lang="ru-RU" sz="1800" dirty="0" smtClean="0"/>
          </a:p>
          <a:p>
            <a:r>
              <a:rPr lang="ru-RU" sz="1800" dirty="0" smtClean="0"/>
              <a:t>Программа </a:t>
            </a:r>
            <a:r>
              <a:rPr lang="ru-RU" sz="1800" dirty="0" smtClean="0"/>
              <a:t>создает окно </a:t>
            </a:r>
            <a:r>
              <a:rPr lang="ru-RU" sz="1800" dirty="0" smtClean="0"/>
              <a:t>и выбранное поле, а так </a:t>
            </a:r>
            <a:r>
              <a:rPr lang="ru-RU" sz="1800" dirty="0" smtClean="0"/>
              <a:t>же </a:t>
            </a:r>
            <a:r>
              <a:rPr lang="ru-RU" sz="1800" dirty="0" smtClean="0"/>
              <a:t>два </a:t>
            </a:r>
            <a:r>
              <a:rPr lang="ru-RU" sz="1800" dirty="0" smtClean="0"/>
              <a:t>счетчика внизу – </a:t>
            </a:r>
            <a:r>
              <a:rPr lang="en-US" sz="1800" dirty="0" smtClean="0"/>
              <a:t>Score </a:t>
            </a:r>
            <a:r>
              <a:rPr lang="ru-RU" sz="1800" dirty="0" smtClean="0"/>
              <a:t>и </a:t>
            </a:r>
            <a:r>
              <a:rPr lang="en-US" sz="1800" dirty="0" smtClean="0"/>
              <a:t>Best.</a:t>
            </a:r>
            <a:endParaRPr lang="ru-RU" sz="1800" dirty="0" smtClean="0"/>
          </a:p>
          <a:p>
            <a:r>
              <a:rPr lang="ru-RU" sz="1800" dirty="0" smtClean="0"/>
              <a:t>При нажатии на стрелочки, плашки двигаются и соединяются, если такая возможность есть, в заданном направлении.</a:t>
            </a:r>
          </a:p>
          <a:p>
            <a:r>
              <a:rPr lang="ru-RU" sz="1800" dirty="0" smtClean="0"/>
              <a:t>При сборе плитки с номером 2048 появляется соответствующая надпись, при проигрыше соответственно.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805" y="2050742"/>
            <a:ext cx="2997096" cy="300126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365" y="4184988"/>
            <a:ext cx="2295653" cy="229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7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1587" y="511430"/>
            <a:ext cx="4218853" cy="1400530"/>
          </a:xfrm>
        </p:spPr>
        <p:txBody>
          <a:bodyPr/>
          <a:lstStyle/>
          <a:p>
            <a:r>
              <a:rPr lang="ru-RU" dirty="0"/>
              <a:t>Пример кода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01" y="2822474"/>
            <a:ext cx="5802695" cy="326664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549" y="1557055"/>
            <a:ext cx="5544324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6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 smtClean="0"/>
              <a:t>Результат</a:t>
            </a:r>
            <a:r>
              <a:rPr lang="ru-RU" dirty="0" smtClean="0"/>
              <a:t>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34636" y="1321659"/>
            <a:ext cx="6788937" cy="1377153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Мы реализовали почти всё, что хотели, но идеи еще есть. </a:t>
            </a:r>
            <a:r>
              <a:rPr lang="ru-RU" sz="1800" dirty="0" smtClean="0"/>
              <a:t>Например </a:t>
            </a:r>
            <a:r>
              <a:rPr lang="ru-RU" sz="1800" dirty="0" smtClean="0"/>
              <a:t>создание главного меню или таблицы лидеров. </a:t>
            </a:r>
            <a:r>
              <a:rPr lang="ru-RU" sz="1800" dirty="0" smtClean="0"/>
              <a:t>Планов </a:t>
            </a:r>
            <a:r>
              <a:rPr lang="ru-RU" sz="1800" dirty="0" smtClean="0"/>
              <a:t>было много, а времени нет</a:t>
            </a:r>
            <a:r>
              <a:rPr lang="ru-RU" sz="1800" dirty="0" smtClean="0"/>
              <a:t>.</a:t>
            </a:r>
            <a:endParaRPr lang="ru-RU" sz="18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671" y="998806"/>
            <a:ext cx="2916416" cy="290625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29" y="3405167"/>
            <a:ext cx="2970600" cy="298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90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dirty="0" smtClean="0"/>
              <a:t>Чему мы научились?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323" y="1609034"/>
            <a:ext cx="6043212" cy="4195481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Мы научились пользоваться огромным количеством функций библиотеки </a:t>
            </a:r>
            <a:r>
              <a:rPr lang="en-US" sz="1800" dirty="0" smtClean="0"/>
              <a:t>arcade</a:t>
            </a:r>
            <a:r>
              <a:rPr lang="ru-RU" sz="1800" dirty="0" smtClean="0"/>
              <a:t>, а так же смогли практически с нуля сделать собственный проект, несмотря на помехи, которые вставали на нашем пути. </a:t>
            </a:r>
          </a:p>
          <a:p>
            <a:r>
              <a:rPr lang="ru-RU" sz="1800" dirty="0" smtClean="0"/>
              <a:t>Мы научились работать в команде, объединять усилия, а самое главное – сделали свою первую игру с помощью языка программирования </a:t>
            </a:r>
            <a:r>
              <a:rPr lang="en-US" sz="1800" dirty="0" smtClean="0"/>
              <a:t>python.</a:t>
            </a:r>
            <a:endParaRPr lang="ru-RU" sz="1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759" y="1337216"/>
            <a:ext cx="5015882" cy="50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833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472</Words>
  <Application>Microsoft Office PowerPoint</Application>
  <PresentationFormat>Широкоэкранный</PresentationFormat>
  <Paragraphs>33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Ион</vt:lpstr>
      <vt:lpstr>Проект на языке python – Игра “2048”</vt:lpstr>
      <vt:lpstr>Введение:</vt:lpstr>
      <vt:lpstr>Правила:</vt:lpstr>
      <vt:lpstr>Техническое задание</vt:lpstr>
      <vt:lpstr>Алгоритм программы:</vt:lpstr>
      <vt:lpstr>Пример кода:</vt:lpstr>
      <vt:lpstr>Результат работы</vt:lpstr>
      <vt:lpstr>Чему мы научились?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на языке python – Игра “2048”</dc:title>
  <dc:creator>Дом</dc:creator>
  <cp:lastModifiedBy>Дом</cp:lastModifiedBy>
  <cp:revision>11</cp:revision>
  <dcterms:created xsi:type="dcterms:W3CDTF">2026-01-28T18:23:00Z</dcterms:created>
  <dcterms:modified xsi:type="dcterms:W3CDTF">2026-02-02T19:36:45Z</dcterms:modified>
</cp:coreProperties>
</file>